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72" r:id="rId4"/>
    <p:sldId id="273" r:id="rId5"/>
    <p:sldId id="275" r:id="rId6"/>
    <p:sldId id="269" r:id="rId7"/>
    <p:sldId id="27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57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81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63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952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756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38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19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52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377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49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97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6218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24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960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607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011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0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A3BBB56-4152-4D48-AA5B-10AA4E6C1287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2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4010871-9E71-F6F2-3A03-234991173957}"/>
              </a:ext>
            </a:extLst>
          </p:cNvPr>
          <p:cNvSpPr txBox="1"/>
          <p:nvPr/>
        </p:nvSpPr>
        <p:spPr>
          <a:xfrm>
            <a:off x="0" y="4342532"/>
            <a:ext cx="80700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  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CSA5112</a:t>
            </a:r>
          </a:p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network security </a:t>
            </a:r>
          </a:p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en-US" sz="2000" dirty="0" err="1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Dr.E.Anbalagan</a:t>
            </a:r>
            <a:endParaRPr lang="en-US" sz="2000" dirty="0">
              <a:solidFill>
                <a:schemeClr val="tx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29666C01-74C6-FF90-050C-7F4B6B004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0" r="8205"/>
          <a:stretch>
            <a:fillRect/>
          </a:stretch>
        </p:blipFill>
        <p:spPr bwMode="auto">
          <a:xfrm>
            <a:off x="198851" y="205863"/>
            <a:ext cx="99441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B8A6A1-843F-2561-3669-2F817B0D05A3}"/>
              </a:ext>
            </a:extLst>
          </p:cNvPr>
          <p:cNvSpPr txBox="1"/>
          <p:nvPr/>
        </p:nvSpPr>
        <p:spPr>
          <a:xfrm>
            <a:off x="6912078" y="4421190"/>
            <a:ext cx="489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Eshwanth C (192321062)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AAA5E-2CAE-AFA2-BDC1-A3C0307537DC}"/>
              </a:ext>
            </a:extLst>
          </p:cNvPr>
          <p:cNvSpPr txBox="1"/>
          <p:nvPr/>
        </p:nvSpPr>
        <p:spPr>
          <a:xfrm>
            <a:off x="198851" y="2436810"/>
            <a:ext cx="11373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lgerian" panose="04020705040A02060702" pitchFamily="82" charset="0"/>
              </a:rPr>
              <a:t>File Encryption and Decryption Using AES</a:t>
            </a:r>
            <a:endParaRPr lang="en-IN" sz="24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94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9442D5F-19A4-5BA9-2F73-1E724970BA18}"/>
              </a:ext>
            </a:extLst>
          </p:cNvPr>
          <p:cNvSpPr txBox="1"/>
          <p:nvPr/>
        </p:nvSpPr>
        <p:spPr>
          <a:xfrm>
            <a:off x="1745384" y="250554"/>
            <a:ext cx="7722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File Encryption and  Decryption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C86BC9C-40ED-7506-9208-E687AD7C7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898" y="996261"/>
            <a:ext cx="816950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encryption converts readable data into an unreadable format.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decryption converts encrypted data back to its original 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(Advanced Encryption Standard) is a symmetric key encryption algorithm.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the same secret key for both encryption and decryption.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protects files from unauthorized access.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the confidentiality of sensitive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strong and reliable data security.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supports 128-bit, 192-bit, and 256-bit key sizes.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fast and efficient for encrypting large files.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is widely used in banking, cloud storage, and secure communication.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prevent data theft and cyberattacks.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E04CE-FE11-3166-EB35-C5B4A713D90D}"/>
              </a:ext>
            </a:extLst>
          </p:cNvPr>
          <p:cNvSpPr txBox="1"/>
          <p:nvPr/>
        </p:nvSpPr>
        <p:spPr>
          <a:xfrm>
            <a:off x="5181600" y="1858682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0EA78-FDF6-1EC7-692F-221590AD2DCA}"/>
              </a:ext>
            </a:extLst>
          </p:cNvPr>
          <p:cNvSpPr txBox="1"/>
          <p:nvPr/>
        </p:nvSpPr>
        <p:spPr>
          <a:xfrm>
            <a:off x="8931042" y="2529540"/>
            <a:ext cx="2099141" cy="2057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135C5E-0C07-E779-5F7D-64BC118DB5A9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D38476AF-0D72-9D7B-C85F-667D52043D6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91CCA16-024A-1327-B908-38E4EB4FA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7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36FA03-D11D-A836-D23D-9EFEE7F48460}"/>
              </a:ext>
            </a:extLst>
          </p:cNvPr>
          <p:cNvSpPr txBox="1"/>
          <p:nvPr/>
        </p:nvSpPr>
        <p:spPr>
          <a:xfrm>
            <a:off x="4001728" y="412955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B2443-5260-F9FA-B9DE-2F17CE8E0A4B}"/>
              </a:ext>
            </a:extLst>
          </p:cNvPr>
          <p:cNvSpPr txBox="1"/>
          <p:nvPr/>
        </p:nvSpPr>
        <p:spPr>
          <a:xfrm>
            <a:off x="837288" y="1320618"/>
            <a:ext cx="8613060" cy="4307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File Encryption and Decryption Using AES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concept of file encryption and decryption.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the working principle of the AES (Advanced Encryption Standard) algorithm.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files to protect sensitive information from unauthorized access.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 encrypted files using the correct secret key.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data confidentiality and integrity during storage and transmission.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7B60DB-194C-9F2B-ED7F-F7C7539A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DBEC44B-312F-0F1A-3FFC-4BC15B609354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182645F-BEBD-0721-9D99-8F9B10943B47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694123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5846-0685-51AC-F55B-E60B97EE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034182-F6A0-630F-AC71-DD4CD350D237}"/>
              </a:ext>
            </a:extLst>
          </p:cNvPr>
          <p:cNvSpPr txBox="1"/>
          <p:nvPr/>
        </p:nvSpPr>
        <p:spPr>
          <a:xfrm>
            <a:off x="2405653" y="512164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OF CRYPTOGRAPHY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32BF8-D35E-9A70-9261-0BA7F3384282}"/>
              </a:ext>
            </a:extLst>
          </p:cNvPr>
          <p:cNvSpPr txBox="1"/>
          <p:nvPr/>
        </p:nvSpPr>
        <p:spPr>
          <a:xfrm>
            <a:off x="874740" y="1114371"/>
            <a:ext cx="9039096" cy="4922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of File Encryption and Decryption Using AES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Confidentiality– Ensures that only authorized users with the correct secret key can access encrypted files.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 – Secures sensitive files from unauthorized access and data theft.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– Protects files from unauthorized modification or tampering during storage and transmission.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– Allows only authenticated users with the correct encryption key to decrypt files.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6225B7-5425-77B5-8190-B690CE82E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30D1E56-B691-0ECA-E802-018C23F8B329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D13EFEE-B1E9-542D-E167-1F8D983EE247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83737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0072F-DA66-48D0-59C2-5921E92D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76A475-1F1E-2F68-6C58-545DACCE7E03}"/>
              </a:ext>
            </a:extLst>
          </p:cNvPr>
          <p:cNvSpPr txBox="1"/>
          <p:nvPr/>
        </p:nvSpPr>
        <p:spPr>
          <a:xfrm>
            <a:off x="2298750" y="512164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Substitution Techniques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6A9A7-5E8D-56C1-9847-BFB34FDE4C31}"/>
              </a:ext>
            </a:extLst>
          </p:cNvPr>
          <p:cNvSpPr txBox="1"/>
          <p:nvPr/>
        </p:nvSpPr>
        <p:spPr>
          <a:xfrm>
            <a:off x="933524" y="694482"/>
            <a:ext cx="8613060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implement.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strong security for sensitive files.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encryption and decryption process.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unauthorized access to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confidentiality and integrity.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B84636-1DE8-5ACE-12F3-BE485176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AE8CDEE-4BEA-A10E-AC3B-CB85B048CD08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6CD4690-DBA3-1D8C-C01F-1AC160457E7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043AEB9-7D50-4DC8-F455-AA45E558DBF9}"/>
              </a:ext>
            </a:extLst>
          </p:cNvPr>
          <p:cNvSpPr txBox="1"/>
          <p:nvPr/>
        </p:nvSpPr>
        <p:spPr>
          <a:xfrm>
            <a:off x="2298750" y="3696298"/>
            <a:ext cx="684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Substitution Techniques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DCAB9-9F20-D561-8ABA-4635BEE5AE50}"/>
              </a:ext>
            </a:extLst>
          </p:cNvPr>
          <p:cNvSpPr txBox="1"/>
          <p:nvPr/>
        </p:nvSpPr>
        <p:spPr>
          <a:xfrm>
            <a:off x="1020556" y="4462179"/>
            <a:ext cx="8438997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secure key management to prevent unauthorized access.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secret key is lost, the encrypted file cannot be recovered.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key must be shared securely between users.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decryption may take longer for very large files.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users can access data if the secret key is compromised.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78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B590-7292-495A-6DCB-258F9100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442AEB-08D9-600E-B088-490DC4AA39E1}"/>
              </a:ext>
            </a:extLst>
          </p:cNvPr>
          <p:cNvSpPr txBox="1"/>
          <p:nvPr/>
        </p:nvSpPr>
        <p:spPr>
          <a:xfrm>
            <a:off x="1145066" y="374723"/>
            <a:ext cx="11754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Conclusion</a:t>
            </a:r>
          </a:p>
          <a:p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D4683A-2AF8-A0AC-3BAF-D2FD5CC4E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4D68859-A669-7E7C-5092-7634713276A8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6684D8F3-2EA6-7CDD-929A-F9E42F36E818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BE7A87-029D-29B7-96E2-9E848252822F}"/>
              </a:ext>
            </a:extLst>
          </p:cNvPr>
          <p:cNvSpPr txBox="1"/>
          <p:nvPr/>
        </p:nvSpPr>
        <p:spPr>
          <a:xfrm>
            <a:off x="1020556" y="1548651"/>
            <a:ext cx="9303315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is a powerful and widely used algorithm for securing digital files.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encryption protects sensitive information from unauthorized access.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allows authorized users to recover the original data using the correct key.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key management is essential for maintaining data security.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provides fast, reliable, and strong protection for file storage and transmission.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AES helps improve confidentiality, integrity, and overall data security.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313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0E5DC7-3D2C-BE9B-7F4E-4052F3811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10581" y="1790977"/>
            <a:ext cx="7551665" cy="322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47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670</TotalTime>
  <Words>464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Saketh Reddy</dc:creator>
  <cp:lastModifiedBy>eshwanth eshwanth.c</cp:lastModifiedBy>
  <cp:revision>17</cp:revision>
  <dcterms:created xsi:type="dcterms:W3CDTF">2025-09-17T14:59:25Z</dcterms:created>
  <dcterms:modified xsi:type="dcterms:W3CDTF">2026-08-05T05:49:55Z</dcterms:modified>
</cp:coreProperties>
</file>